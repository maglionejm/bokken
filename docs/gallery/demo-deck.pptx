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73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C73E3A"/>
                </a:solidFill>
                <a:latin typeface="Helvetica Neue"/>
              </a:rPr>
              <a:t>BOKKEN · DESIGN THINKING RUN REPORT</a:t>
            </a:r>
          </a:p>
          <a:p>
            <a:pPr algn="l">
              <a:spcBef>
                <a:spcPts val="1000"/>
              </a:spcBef>
            </a:pPr>
            <a:r>
              <a:rPr sz="2400" b="1">
                <a:solidFill>
                  <a:srgbClr val="1F2430"/>
                </a:solidFill>
                <a:latin typeface="Helvetica Neue"/>
              </a:rPr>
              <a:t>ITERATE — Lanzadera is an on-demand commuter shuttle for Spanish suburbs whose core covenant is a +/-6-minute pickup window.</a:t>
            </a:r>
          </a:p>
          <a:p>
            <a:pPr algn="l">
              <a:spcBef>
                <a:spcPts val="1200"/>
              </a:spcBef>
            </a:pPr>
            <a:r>
              <a:rPr sz="1300" b="0">
                <a:solidFill>
                  <a:srgbClr val="6B7280"/>
                </a:solidFill>
                <a:latin typeface="Helvetica Neue"/>
              </a:rPr>
              <a:t>Session 'gallery' · 20 evidence items · 9 options · register 4/2/4 (supported/contradicted/untested) · ~$0.00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1F2430"/>
                </a:solidFill>
                <a:latin typeface="Helvetica Neue"/>
              </a:rPr>
              <a:t>SIMULATED RUN — autonomous run against a governed synthetic persona panel; all persona contributions are simulated and evidence-bounded. Flagged decisions require validation with real users.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verdict is iterate — the whole story in one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59359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So 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Problem chosen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Daily pass commuters (46%→38% of riders) plan their mornings around a ±6-minute promise the product no longer keeps (71%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selected on evidence + opportunity coverage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Top opportunity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O3: Increase trust that the app's on-time indicator reflects the promise made to the rider, not the re-planned route - o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Ulwick score drives the focus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Concept advanced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'Ventana honesta': at 21:00, with the route already optimized, push the real pickup point and an honest window for tomor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won three firewalled lenses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Register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 supported · 2 contradicted · 4 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verdict: iterate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$0.00 · 47 model calls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list-price estimate, fully journaled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Validation guardrail: synthetic personas scored these hypotheses; they do not validate them. Final judgment needs real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THIS RUN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Six stages, three panels, every actor journaled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EMPATHIZE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interviews + UI tests + Ulwick outcome ranking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4872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4872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insights -&gt; problem statement, losers preserved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IDEATE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1104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quota divergence; 3 firewalled lenses converge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7336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web research; assumption register; artifacts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fresh panel scores register; 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dossier + handoff + this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cast (synthetic, labeled)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interview: skeptic-agent (skeptic); feasibility-agent (feasibility); viability-agent (viability); Tomas (64, Badajoz) (segment); Tomas (60, Zaragoza) (segment); Javier (44, Zaragoza)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ideation: skeptic-agent (skeptic); feasibility-agent (feasibility); viability-agent (viability); Marta (72, Zaragoza) (segment); Pablo (48, Zaragoza) (segment); Javier (24, Murcia)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test: skeptic-agent (skeptic); feasibility-agent (feasibility); viability-agent (viability); Carmen (28, Zaragoza) (segment); Ramon (36, Madrid) (segment); Carmen (52, Zaragoza) (segment)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2918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System agents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concept-researcher — sourced web research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ui-walker + ui-tester — browser tests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sidekick — cached reads (never judges)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lenses + skeptic — challenge lane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Models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claude-fable-5: 27 calls, $0.00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claude-haiku-4-5: 9 calls, $0.00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claude-opus-5: 11 calls, $0.00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EMPATHIZE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Where the underserved demand is (Ulwick-scored)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589520"/>
                <a:gridCol w="8229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Opp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trust that the app's on-time indicator reflects the promise made to the rider, not the re-planne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16.0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severely 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likelihood that the pickup window promised at 21:00 is the window that actually happens the 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14.0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surprise of a pickup point that moved overnight - the rider knows the point and the walk bef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13.0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cost of a missed pickup - a same-morning recovery option instead of a 90-minute gap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11.3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perceived fairness of route optimization - riders understand why their pickup changed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10.3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door-to-van walk variance across weeks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money a 2-3 day rider wastes versus pay-per-use reality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8.3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280"/>
                </a:solidFill>
                <a:latin typeface="Helvetica Neue"/>
              </a:rPr>
              <a:t>Opp = Importance + max(Importance - Satisfaction, 0), mean across personas; &gt;=15 severely underserved, 12-15 underserved.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THE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advances, and why it won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82296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50">
                <a:solidFill>
                  <a:srgbClr val="FFFFFF"/>
                </a:solidFill>
                <a:latin typeface="Helvetica Neue"/>
              </a:rPr>
              <a:t>'Ventana honesta': at 21:00, with the route already optimized, push the real pickup point and an honest window for tomorrow - including 'wide window (12 min) on your street tomorrow' - with a one-tap switch to an earlier van when the window is wide [serves: O0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486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Why it won (lens positions)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green, effort S, first slice: push tomorrow's point+window at 21:00, read-only (no van switching yet) - The route engine already commits a pla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red, effort L - A rider-voted pickup map fights the optimizer head-on; every vote becomes a constraint the engine must not break. Not honestly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RICE 4.2: reach 9 (every active rider gets the 21:00 push), impact 3 (attacks the top-ranked outcome, opp 16.0), confidence 0.7, effort 4.5 pw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23160"/>
            <a:ext cx="5394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Dissent on record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feasibility: red verdict on d1329c271b9c4ec0a7033715c8b4111c: verdict red, effort L - A rider-voted pickup map fights the optimizer head-on; every vote becomes a c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40680"/>
            <a:ext cx="11091672" cy="685800"/>
          </a:xfrm>
          <a:prstGeom prst="rect">
            <a:avLst/>
          </a:prstGeom>
          <a:solidFill>
            <a:srgbClr val="8A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Hypothesis: We believe daily pass holders will forgive wide windows they were warned about,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REPORTED · CONCEPT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market, on the record (every claim sourced)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7764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Competitor / prior art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Overlap with the concept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BusUp (demo data)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B2B commuter shuttles with contractual SLAs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partial - no consumer-facing window promise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Renfe Cercanias (demo data)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publishes real-time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substitute riders defect to at 1.85 EUR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69080"/>
            <a:ext cx="110916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Market signals (sourced)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62% of shuttle churners cite reliability communication, not reliability itself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Differentiation risks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honesty-forward messaging is easily copied; the moat is the nightly engine commitment, not the copy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TEST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Register: 4 supported · 2 contradicted · 4 untested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1097280"/>
                <a:gridCol w="1490472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Assumption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on wide-window days will switch vans rather than churn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21:00 booking-change deadline is the right moment for the truth push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An honest 'wide window' warning reduces anger more than it reduces bookings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route engine can commit a next-morning window at 21:00 within +/-2 min accuracy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will read a 21:00 notification the night before commuting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Marta's segment (daily pass holders) values honesty over raw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Publishing real compliance numbers will not be weaponized by competitors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Support ticket volume drops when windows are honest (402/mo baseline)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Diego's segment will not abuse a free missed-pickup rescue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THE AGENTS ARGUED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Three lenses, one skeptic, dissent preserved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feasibility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verdict green, effort S, first slice: push tomorrow's point+window at 21:00, read-only (no van switching yet) - The route engine already commits a plan nightly; surfacing it at 21:00 is exposure, not invention. The README confirms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viability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RICE 4.2: reach 9 (every active rider gets the 21:00 push), impact 3 (attacks the top-ranked outcome, opp 16.0), confidence 0.7, effort 4.5 pw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desirability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Directly serves the 16.0 outcome and Marta's exact words: 'I can plan around honesty'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skeptic, verbatim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The weakest claim on the table is that honesty reduces churn: the record proves riders are angry about the lying tick, but no evidence shows a warned rider stays. A 'wide window' push at 21:00 might simply move the churn decision to bedtime. The cheapest test: measure switch-vs-cancel behavior on the one-tap van change before believing the retention story.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Kata interventions (7)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(empathize)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hmw_reframe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(ideate)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(prototype)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ACTION ORIENTED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to do next,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543032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Action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Address the test contradiction: A test result contradicts earlier work: the 'honesty reduces churn' assumption is contradicted by the same evidence that supports dem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Recommendation is 'iterate': validate the supported assumptions with real users before building.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Real-user research: Functional UI walkthrough of the running product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Specifications handed off + the paper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1F2430"/>
                </a:solidFill>
                <a:latin typeface="Helvetica Neue"/>
              </a:rPr>
              <a:t>honest-ontime-indicator — The on-time tick measures the 21:00 promise, never the dawn re-plan.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handoff/openspec/changes/build-mvp-gallery/specs/honest-ontime-indicator/spec.md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On file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dossier/dossier.md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dossier/dossier.json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journal.jsonl (hash-chained)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artifacts/ (hashed, journaled)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